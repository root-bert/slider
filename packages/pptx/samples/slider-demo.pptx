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comments/modernComment_257_00000101.xml" ContentType="application/vnd.ms-powerpoint.comments+xml"/>
  <Override PartName="/ppt/slides/slide2.xml" ContentType="application/vnd.openxmlformats-officedocument.presentationml.slide+xml"/>
  <Override PartName="/ppt/comments/modernComment_258_00000102.xml" ContentType="application/vnd.ms-powerpoint.comments+xml"/>
  <Override PartName="/ppt/slides/slide3.xml" ContentType="application/vnd.openxmlformats-officedocument.presentationml.slide+xml"/>
  <Override PartName="/ppt/comments/comment4.xml" ContentType="application/vnd.openxmlformats-officedocument.presentationml.comment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Einleitung" id="{00000005-0000-4000-8000-000000000001}">
          <p14:sldIdLst>
            <p14:sldId id="256"/>
            <p14:sldId id="257"/>
          </p14:sldIdLst>
        </p14:section>
        <p14:section name="Analyse" id="{00000005-0000-4000-8000-000000000002}">
          <p14:sldIdLst>
            <p14:sldId id="258"/>
            <p14:sldId id="259"/>
            <p14:sldId id="260"/>
          </p14:sldIdLst>
        </p14:section>
        <p14:section name="Abschluss" id="{00000005-0000-4000-8000-000000000003}">
          <p14:sldIdLst>
            <p14:sldId id="261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Lena Hoffmann" providerId="None"/>
  <p188:author id="{0000000a-0000-4000-8000-000000000002}" name="Jonas Weber" initials="JW" userId="Jonas Web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kus Klein" initials="M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commentAuthors" Target="commentAuthors.xml"/><Relationship Id="rId13" Type="http://schemas.microsoft.com/office/2018/10/relationships/authors" Target="authors.xml"/></Relationships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30T10:20:00.000" idx="1">
    <p:pos x="2900" y="2200"/>
    <p:text>Bitte ein aktuelles Produktbild verwenden.</p:text>
  </p:cm>
</p:cmLst>
</file>

<file path=ppt/comments/modernComment_257_00000101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09-28T08:12:00.000Z">
    <ac:deMkLst>
      <pc:docMk/>
      <pc:sldMk cId="0" sldId="257"/>
      <ac:spMk id="3"/>
    </ac:deMkLst>
    <p188:replyLst>
      <p188:reply id="{0000000c-0000-4000-8000-000000000002}" authorId="{0000000a-0000-4000-8000-000000000002}" created="2026-09-28T09:40:00.000Z">
        <p188:txBody>
          <a:bodyPr/>
          <a:lstStyle/>
          <a:p>
            <a:r>
              <a:rPr lang="de-DE"/>
              <a:t>Guter Punkt – ich stelle die Reihenfolge um.</a:t>
            </a:r>
          </a:p>
        </p188:txBody>
      </p188:reply>
    </p188:replyLst>
    <p188:txBody>
      <a:bodyPr/>
      <a:lstStyle/>
      <a:p>
        <a:r>
          <a:rPr lang="de-DE"/>
          <a:t>Können wir „Nächste Schritte“ an den Anfang ziehen? Das ist für den Vorstand am wichtigsten.</a:t>
        </a:r>
      </a:p>
    </p188:txBody>
  </p188:cm>
</p188:cmLst>
</file>

<file path=ppt/comments/modernComment_258_00000102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3}" authorId="{0000000a-0000-4000-8000-000000000002}" created="2026-09-29T14:05:00.000Z" status="resolved">
    <pc:sldMkLst>
      <pc:docMk/>
      <pc:sldMk cId="0" sldId="258"/>
    </pc:sldMkLst>
    <p188:pos x="7000000" y="3900000"/>
    <p188:txBody>
      <a:bodyPr/>
      <a:lstStyle/>
      <a:p>
        <a:r>
          <a:rPr lang="de-DE"/>
          <a:t>Die Summe in Q3 stimmt nicht mit dem Controlling-Report überein.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000010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8_0000010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omments" Target="../comments/commen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Q4 Strategie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Vertriebs- und Produktplanung · Führungskreis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Rückblick Q3: Ziele und Ergebnisse</a:t>
            </a:r>
          </a:p>
          <a:p>
            <a:r>
              <a:rPr lang="de-DE"/>
              <a:t>Umsatz nach Region</a:t>
            </a:r>
          </a:p>
          <a:p>
            <a:r>
              <a:rPr lang="de-DE"/>
              <a:t>Produkt-Roadmap bis Jahresende</a:t>
            </a:r>
          </a:p>
          <a:p>
            <a:r>
              <a:rPr lang="de-DE"/>
              <a:t>Nächste Schritte und Verantwortlichkeiten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Umsatz nach Region</a:t>
            </a:r>
          </a:p>
        </p:txBody>
      </p:sp>
      <p:graphicFrame>
        <p:nvGraphicFramePr>
          <p:cNvPr id="3" name="Tabelle Umsatz"/>
          <p:cNvGraphicFramePr>
            <a:graphicFrameLocks noGrp="1"/>
          </p:cNvGraphicFramePr>
          <p:nvPr/>
        </p:nvGraphicFramePr>
        <p:xfrm>
          <a:off x="838200" y="1825625"/>
          <a:ext cx="10515600" cy="2743200"/>
        </p:xfrm>
        <a:graphic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48640">
                <a:tc>
                  <a:txBody>
                    <a:bodyPr/>
                    <a:lstStyle/>
                    <a:p>
                      <a:r>
                        <a:rPr lang="de-DE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Q3 (Mio. 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Q4 Plan (Mio. 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Veränderung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de-DE"/>
                        <a:t>DACH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+11 %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de-DE"/>
                        <a:t>Nordeuropa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+13 %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de-DE"/>
                        <a:t>Südeuropa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+4 %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de-DE"/>
                        <a:t>Gesamt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23,2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25,6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+10 %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Hinweis"/>
          <p:cNvSpPr/>
          <p:nvPr/>
        </p:nvSpPr>
        <p:spPr>
          <a:xfrm>
            <a:off x="838200" y="4800600"/>
            <a:ext cx="105156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r>
              <a:rPr lang="de-DE" sz="1600" i="1">
                <a:solidFill>
                  <a:srgbClr val="334155"/>
                </a:solidFill>
              </a:rPr>
              <a:t>Planwerte vorbehaltlich der Budgetfreigabe im Oktober.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Produkt-Roadmap</a:t>
            </a:r>
          </a:p>
        </p:txBody>
      </p:sp>
      <p:pic>
        <p:nvPicPr>
          <p:cNvPr id="3" name="Roadmap Visu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858000" cy="3857625"/>
          </a:xfrm>
          <a:prstGeom prst="rect">
            <a:avLst/>
          </a:prstGeom>
        </p:spPr>
      </p:pic>
      <p:grpSp>
        <p:nvGrpSpPr>
          <p:cNvPr id="4" name="Meilensteine"/>
          <p:cNvGrpSpPr/>
          <p:nvPr/>
        </p:nvGrpSpPr>
        <p:grpSpPr>
          <a:xfrm>
            <a:off x="7924800" y="1690688"/>
            <a:ext cx="3429000" cy="3857625"/>
            <a:chOff x="0" y="0"/>
            <a:chExt cx="3429000" cy="3857625"/>
          </a:xfrm>
        </p:grpSpPr>
        <p:sp>
          <p:nvSpPr>
            <p:cNvPr id="5" name="Meilenstein Oktober"/>
            <p:cNvSpPr/>
            <p:nvPr/>
          </p:nvSpPr>
          <p:spPr>
            <a:xfrm>
              <a:off x="0" y="0"/>
              <a:ext cx="3429000" cy="11430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 sz="1600" b="1">
                  <a:solidFill>
                    <a:srgbClr val="FFFFFF"/>
                  </a:solidFill>
                </a:rPr>
                <a:t>Oktober: Beta für Pilotkunden</a:t>
              </a:r>
            </a:p>
          </p:txBody>
        </p:sp>
        <p:sp>
          <p:nvSpPr>
            <p:cNvPr id="6" name="Meilenstein November"/>
            <p:cNvSpPr/>
            <p:nvPr/>
          </p:nvSpPr>
          <p:spPr>
            <a:xfrm>
              <a:off x="0" y="1357313"/>
              <a:ext cx="3429000" cy="11430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 sz="1600" b="1">
                  <a:solidFill>
                    <a:srgbClr val="FFFFFF"/>
                  </a:solidFill>
                </a:rPr>
                <a:t>November: Rollout DACH</a:t>
              </a:r>
            </a:p>
          </p:txBody>
        </p:sp>
        <p:sp>
          <p:nvSpPr>
            <p:cNvPr id="7" name="Meilenstein Dezember"/>
            <p:cNvSpPr/>
            <p:nvPr/>
          </p:nvSpPr>
          <p:spPr>
            <a:xfrm>
              <a:off x="0" y="2714625"/>
              <a:ext cx="3429000" cy="1143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 sz="1600" b="1">
                  <a:solidFill>
                    <a:srgbClr val="FFFFFF"/>
                  </a:solidFill>
                </a:rPr>
                <a:t>Dezember: Allgemeine Verfügbarkeit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Backup: Detailzahlen pro Land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Deutschland 8,9 Mio. €</a:t>
            </a:r>
          </a:p>
          <a:p>
            <a:r>
              <a:rPr lang="de-DE"/>
              <a:t>Österreich 2,1 Mio. €</a:t>
            </a:r>
          </a:p>
          <a:p>
            <a:r>
              <a:rPr lang="de-DE"/>
              <a:t>Schweiz 1,4 Mio. 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Vielen Dank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Fragen &amp; Diskussion</a:t>
            </a:r>
          </a:p>
        </p:txBody>
      </p:sp>
      <p:sp>
        <p:nvSpPr>
          <p:cNvPr id="4" name="Akzentlinie"/>
          <p:cNvSpPr/>
          <p:nvPr/>
        </p:nvSpPr>
        <p:spPr>
          <a:xfrm>
            <a:off x="5486400" y="3429000"/>
            <a:ext cx="12192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Q4 Strategie 2026</dc:title>
  <dc:creator>Slider</dc:creator>
  <dcterms:created xsi:type="dcterms:W3CDTF">2026-01-15T09:30:00Z</dcterms:created>
  <dcterms:modified xsi:type="dcterms:W3CDTF">2026-01-15T09:30:00Z</dcterms:modified>
</cp:coreProperties>
</file>