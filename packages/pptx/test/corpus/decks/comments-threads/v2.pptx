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comments/modernComment_257_00000101.xml" ContentType="application/vnd.ms-powerpoint.comment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authors.xml" ContentType="application/vnd.ms-powerpoint.author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a-0000-4000-8000-000000000001}" name="Lena Hoffmann" initials="LH" userId="Lena Hoffmann" providerId="None"/>
  <p188:author id="{0000000a-0000-4000-8000-000000000002}" name="Jonas Weber" initials="JW" userId="Jonas Weber" providerId="None"/>
  <p188:author id="{0000000a-0000-4000-8000-000000000003}" name="Mira Schulz" initials="MS" userId="Mira Schulz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8/10/relationships/authors" Target="authors.xml"/></Relationships>
</file>

<file path=ppt/comments/modernComment_257_00000101.xml><?xml version="1.0" encoding="utf-8"?>
<p188:cmLst xmlns:a="http://schemas.openxmlformats.org/drawingml/2006/main" xmlns:r="http://schemas.openxmlformats.org/officeDocument/2006/relationships" xmlns:p188="http://schemas.microsoft.com/office/powerpoint/2018/8/main" xmlns:pc="http://schemas.microsoft.com/office/powerpoint/2013/main/command" xmlns:ac="http://schemas.microsoft.com/office/drawing/2013/main/command">
  <p188:cm id="{0000000c-0000-4000-8000-000000000001}" authorId="{0000000a-0000-4000-8000-000000000001}" created="2026-10-01T08:00:00.000Z">
    <ac:deMkLst>
      <pc:docMk/>
      <pc:sldMk cId="0" sldId="257"/>
      <ac:spMk id="3"/>
    </ac:deMkLst>
    <p188:replyLst>
      <p188:reply id="{0000000c-0000-4000-8000-000000000002}" authorId="{0000000a-0000-4000-8000-000000000002}" created="2026-10-01T09:15:00.000Z">
        <p188:txBody>
          <a:bodyPr/>
          <a:lstStyle/>
          <a:p>
            <a:r>
              <a:rPr lang="de-DE"/>
              <a:t>Mache ich.</a:t>
            </a:r>
          </a:p>
        </p188:txBody>
      </p188:reply>
      <p188:reply id="{0000000c-0000-4000-8000-000000000003}" authorId="{0000000a-0000-4000-8000-000000000003}" created="2026-10-01T10:00:00.000Z">
        <p188:txBody>
          <a:bodyPr/>
          <a:lstStyle/>
          <a:p>
            <a:r>
              <a:rPr lang="de-DE"/>
              <a:t>Und Ressourcen ans Ende?</a:t>
            </a:r>
          </a:p>
        </p188:txBody>
      </p188:reply>
      <p188:reply id="{0000000c-0000-4000-8000-000000000004}" authorId="{0000000a-0000-4000-8000-000000000002}" created="2026-10-01T11:00:00.000Z">
        <p188:txBody>
          <a:bodyPr/>
          <a:lstStyle/>
          <a:p>
            <a:r>
              <a:rPr lang="de-DE"/>
              <a:t>Ja, beides umgestellt.</a:t>
            </a:r>
          </a:p>
        </p188:txBody>
      </p188:reply>
    </p188:replyLst>
    <p188:txBody>
      <a:bodyPr/>
      <a:lstStyle/>
      <a:p>
        <a:r>
          <a:rPr lang="de-DE"/>
          <a:t>Budget bitte vor den Zeitplan ziehen.</a:t>
        </a:r>
      </a:p>
    </p188:txBody>
  </p188:cm>
</p188:cmLst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18/10/relationships/comments" Target="../comments/modernComment_257_0000010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Kickoff · Produktteam ·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Ausgangslage und Ziele</a:t>
            </a:r>
          </a:p>
          <a:p>
            <a:r>
              <a:rPr lang="de-DE"/>
              <a:t>Zeitplan und Meilensteine</a:t>
            </a:r>
          </a:p>
          <a:p>
            <a:r>
              <a:rPr lang="de-DE"/>
              <a:t>Budget und Ressourcen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Ziele 2027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Neukunden im Mittelstand gewinnen</a:t>
            </a:r>
          </a:p>
          <a:p>
            <a:r>
              <a:rPr lang="de-DE"/>
              <a:t>Onboarding unter zehn Minuten</a:t>
            </a:r>
          </a:p>
          <a:p>
            <a:r>
              <a:rPr lang="de-DE"/>
              <a:t>Churn halbieren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Q1 Discovery</a:t>
            </a:r>
          </a:p>
          <a:p>
            <a:r>
              <a:rPr lang="de-DE"/>
              <a:t>Q2 Beta</a:t>
            </a:r>
          </a:p>
          <a:p>
            <a:r>
              <a:rPr lang="de-DE"/>
              <a:t>Q3 Launch</a:t>
            </a:r>
          </a:p>
        </p:txBody>
      </p:sp>
      <p:pic>
        <p:nvPicPr>
          <p:cNvPr id="4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Budget</a:t>
            </a:r>
          </a:p>
        </p:txBody>
      </p:sp>
      <p:graphicFrame>
        <p:nvGraphicFramePr>
          <p:cNvPr id="3" name="Tabelle Budget"/>
          <p:cNvGraphicFramePr>
            <a:graphicFrameLocks noGrp="1"/>
          </p:cNvGraphicFramePr>
          <p:nvPr/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/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Plan (T€)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Ist (T€)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Infrastruktur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5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>Slider</dc:creator>
  <dcterms:created xsi:type="dcterms:W3CDTF">2026-01-15T09:30:00Z</dcterms:created>
  <dcterms:modified xsi:type="dcterms:W3CDTF">2026-01-15T09:30:00Z</dcterms:modified>
</cp:coreProperties>
</file>