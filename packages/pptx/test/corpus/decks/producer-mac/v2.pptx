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a Hoffmann" initials="LH" lastIdx="2" clrIdx="0"/>
  <p:cmAuthor id="1" name="Jonas Weber" initials="JW" lastIdx="1" clrIdx="1"/>
  <p:cmAuthor id="2" name="Mira Schulz" initials="MS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01T08:00:00.000" idx="1">
    <p:pos x="100" y="80"/>
    <p:text>Budget bitte vor den Zeitplan ziehen.</p:text>
  </p:cm>
  <p:cm authorId="1" dt="2026-10-01T09:15:00.000" idx="1">
    <p:pos x="100" y="80"/>
    <p:text>Mache ich.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  <p:cm authorId="0" dt="2026-10-02T07:30:00.000" idx="2">
    <p:pos x="100" y="80"/>
    <p:text>Danke, passt so.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</p:extLst>
  </p:cm>
  <p:cm authorId="2" dt="2026-10-02T10:00:00.000" idx="1">
    <p:pos x="140" y="80"/>
    <p:text>Sind die Zahlen final?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omments" Target="../comments/commen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und in Agenturen gewinnen</a:t>
            </a:r>
          </a:p>
          <a:p>
            <a:r>
              <a:rPr lang="de-DE"/>
              <a:t>Onboarding unter fünf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Application>Microsoft Macintosh PowerPoint</Application>
  <PresentationFormat>Breitbild</PresentationFormat>
  <Slides>5</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