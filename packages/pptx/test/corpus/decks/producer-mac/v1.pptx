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comments/comment1.xml" ContentType="application/vnd.openxmlformats-officedocument.presentationml.comment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4"/>
    <p:sldId id="259" r:id="rId6"/>
    <p:sldId id="260" r:id="rId5"/>
  </p:sldIdLst>
  <p:sldSz cx="12192000" cy="6858000"/>
  <p:notesSz cx="6858000" cy="9144000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a Hoffmann" initials="LH" lastIdx="1" clrIdx="0"/>
  <p:cmAuthor id="1" name="Jonas Weber" initials="JW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10-01T08:00:00.000" idx="1">
    <p:pos x="100" y="80"/>
    <p:text>Budget bitte vor den Zeitplan ziehen.</p:text>
  </p:cm>
  <p:cm authorId="1" dt="2026-10-01T09:15:00.000" idx="1">
    <p:pos x="100" y="80"/>
    <p:text>Mache ich.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</p:extLs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13026777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96853210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Application>Microsoft Macintosh PowerPoint</Application>
  <PresentationFormat>Breitbild</PresentationFormat>
  <Slides>5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Jonas Weber</cp:lastModifiedBy>
  <cp:revision>7</cp:revision>
  <dcterms:created xsi:type="dcterms:W3CDTF">2026-01-15T09:30:00Z</dcterms:created>
  <dcterms:modified xsi:type="dcterms:W3CDTF">2026-01-15T09:30:00Z</dcterms:modified>
</cp:coreProperties>
</file>