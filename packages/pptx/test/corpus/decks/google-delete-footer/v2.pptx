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  <p:sp>
        <p:nvSpPr>
          <p:cNvPr id="56" name="Footer Placeholder 5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66" name="Footer Placeholder 6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76" name="Footer Placeholder 7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pic>
        <p:nvPicPr>
          <p:cNvPr id="77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85" name="Footer Placeholder 8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graphicFrame>
        <p:nvGraphicFramePr>
          <p:cNvPr id="86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