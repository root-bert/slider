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Te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3900000"/>
            <a:ext cx="4400000" cy="2500000"/>
          </a:xfrm>
          <a:prstGeom prst="rect">
            <a:avLst/>
          </a:prstGeom>
        </p:spPr>
      </p:pic>
      <p:sp>
        <p:nvSpPr>
          <p:cNvPr id="3" name="Textfeld Team"/>
          <p:cNvSpPr/>
          <p:nvPr/>
        </p:nvSpPr>
        <p:spPr>
          <a:xfrm>
            <a:off x="600000" y="5200000"/>
            <a:ext cx="5000000" cy="90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de-DE"/>
              <a:t>Unser Team in Leipzig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