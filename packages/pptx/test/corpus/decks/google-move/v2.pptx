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65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95" name="Content 9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96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/>
  <cp:revision>1</cp:revision>
  <dcterms:created xsi:type="dcterms:W3CDTF">2026-01-15T09:30:00Z</dcterms:created>
  <dcterms:modified xsi:type="dcterms:W3CDTF">2026-01-15T09:30:00Z</dcterms:modified>
</cp:coreProperties>
</file>