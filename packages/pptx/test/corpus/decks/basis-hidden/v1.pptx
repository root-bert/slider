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Quartalsbericht Q3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Finanzen · Vorstand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Umsatz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Umsatz 23,2 Mio. €</a:t>
            </a:r>
          </a:p>
          <a:p>
            <a:r>
              <a:rPr lang="de-DE"/>
              <a:t>Plus elf Prozent zum Vorjahr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Reserve: Detailzahlen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Umsatz nach Monat</a:t>
            </a:r>
          </a:p>
          <a:p>
            <a:r>
              <a:rPr lang="de-DE"/>
              <a:t>Umsatz nach Produktlinie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Ausblick Q4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Preiserhöhung zum 1. Januar</a:t>
            </a:r>
          </a:p>
          <a:p>
            <a:r>
              <a:rPr lang="de-DE"/>
              <a:t>Zwei neue Vertriebsregionen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Anhang: Methodik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Datenquellen</a:t>
            </a:r>
          </a:p>
          <a:p>
            <a:r>
              <a:rPr lang="de-DE"/>
              <a:t>Abgrenzung der Segmente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Quartalsbericht Q3</dc:title>
  <dc:creator>Slider</dc:creator>
  <dcterms:created xsi:type="dcterms:W3CDTF">2026-01-15T09:30:00Z</dcterms:created>
  <dcterms:modified xsi:type="dcterms:W3CDTF">2026-01-15T09:30:00Z</dcterms:modified>
</cp:coreProperties>
</file>