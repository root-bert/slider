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Executive Summary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Atlas startet im Mittelstand</a:t>
            </a:r>
          </a:p>
          <a:p>
            <a:r>
              <a:rPr lang="de-DE"/>
              <a:t>Erste Pilotkunden ab Februar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