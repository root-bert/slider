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Project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Kick-off · product team · October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Overview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Starting point and goals</a:t>
            </a:r>
          </a:p>
          <a:p>
            <a:r>
              <a:rPr lang="de-DE"/>
              <a:t>Timeline and milestones</a:t>
            </a:r>
          </a:p>
          <a:p>
            <a:r>
              <a:rPr lang="de-DE"/>
              <a:t>Money and people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Goals for next year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Win new mid-sized customers</a:t>
            </a:r>
          </a:p>
          <a:p>
            <a:r>
              <a:rPr lang="de-DE"/>
              <a:t>Onboarding in under ten minutes</a:t>
            </a:r>
          </a:p>
          <a:p>
            <a:r>
              <a:rPr lang="de-DE"/>
              <a:t>Halve churn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Timeline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Discovery</a:t>
            </a:r>
          </a:p>
          <a:p>
            <a:r>
              <a:rPr lang="de-DE"/>
              <a:t>Beta</a:t>
            </a:r>
          </a:p>
          <a:p>
            <a:r>
              <a:rPr lang="de-DE"/>
              <a:t>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