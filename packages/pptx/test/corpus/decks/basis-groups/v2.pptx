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Prozesse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Wie wir arbeiten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Freigabeprozess</a:t>
            </a:r>
          </a:p>
        </p:txBody>
      </p:sp>
      <p:grpSp>
        <p:nvGrpSpPr>
          <p:cNvPr id="3" name="Prozesskette"/>
          <p:cNvGrpSpPr/>
          <p:nvPr/>
        </p:nvGrpSpPr>
        <p:grpSpPr>
          <a:xfrm>
            <a:off x="838200" y="2400000"/>
            <a:ext cx="10515600" cy="1200000"/>
            <a:chOff x="0" y="0"/>
            <a:chExt cx="3000" cy="1000"/>
          </a:xfrm>
        </p:grpSpPr>
        <p:sp>
          <p:nvSpPr>
            <p:cNvPr id="4" name="rect 4"/>
            <p:cNvSpPr/>
            <p:nvPr/>
          </p:nvSpPr>
          <p:spPr>
            <a:xfrm>
              <a:off x="0" y="0"/>
              <a:ext cx="900" cy="10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Entwurf</a:t>
              </a:r>
            </a:p>
          </p:txBody>
        </p:sp>
        <p:sp>
          <p:nvSpPr>
            <p:cNvPr id="5" name="rect 5"/>
            <p:cNvSpPr/>
            <p:nvPr/>
          </p:nvSpPr>
          <p:spPr>
            <a:xfrm>
              <a:off x="1050" y="0"/>
              <a:ext cx="900" cy="10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Review</a:t>
              </a:r>
            </a:p>
          </p:txBody>
        </p:sp>
        <p:sp>
          <p:nvSpPr>
            <p:cNvPr id="6" name="rect 6"/>
            <p:cNvSpPr/>
            <p:nvPr/>
          </p:nvSpPr>
          <p:spPr>
            <a:xfrm>
              <a:off x="2100" y="0"/>
              <a:ext cx="900" cy="1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Freigabe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Organigramm</a:t>
            </a:r>
          </a:p>
        </p:txBody>
      </p:sp>
      <p:grpSp>
        <p:nvGrpSpPr>
          <p:cNvPr id="3" name="Organigramm"/>
          <p:cNvGrpSpPr/>
          <p:nvPr/>
        </p:nvGrpSpPr>
        <p:grpSpPr>
          <a:xfrm>
            <a:off x="1524000" y="1825625"/>
            <a:ext cx="9144000" cy="4000000"/>
            <a:chOff x="0" y="0"/>
            <a:chExt cx="9144000" cy="4000000"/>
          </a:xfrm>
        </p:grpSpPr>
        <p:sp>
          <p:nvSpPr>
            <p:cNvPr id="4" name="rect 4"/>
            <p:cNvSpPr/>
            <p:nvPr/>
          </p:nvSpPr>
          <p:spPr>
            <a:xfrm>
              <a:off x="3572000" y="0"/>
              <a:ext cx="2000000" cy="900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rtlCol="0" anchor="ctr"/>
            <a:lstStyle/>
            <a:p>
              <a:r>
                <a:rPr lang="de-DE"/>
                <a:t>Leitung</a:t>
              </a:r>
            </a:p>
          </p:txBody>
        </p:sp>
        <p:grpSp>
          <p:nvGrpSpPr>
            <p:cNvPr id="5" name="Teams"/>
            <p:cNvGrpSpPr/>
            <p:nvPr/>
          </p:nvGrpSpPr>
          <p:grpSpPr>
            <a:xfrm>
              <a:off x="0" y="1800000"/>
              <a:ext cx="9144000" cy="900000"/>
              <a:chOff x="0" y="0"/>
              <a:chExt cx="9144" cy="900"/>
            </a:xfrm>
          </p:grpSpPr>
          <p:sp>
            <p:nvSpPr>
              <p:cNvPr id="6" name="rect 6"/>
              <p:cNvSpPr/>
              <p:nvPr/>
            </p:nvSpPr>
            <p:spPr>
              <a:xfrm>
                <a:off x="0" y="0"/>
                <a:ext cx="2800" cy="900"/>
              </a:xfrm>
              <a:prstGeom prst="rect">
                <a:avLst/>
              </a:prstGeom>
              <a:solidFill>
                <a:srgbClr val="8B5CF6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Produkt</a:t>
                </a:r>
              </a:p>
            </p:txBody>
          </p:sp>
          <p:sp>
            <p:nvSpPr>
              <p:cNvPr id="7" name="rect 7"/>
              <p:cNvSpPr/>
              <p:nvPr/>
            </p:nvSpPr>
            <p:spPr>
              <a:xfrm>
                <a:off x="3172" y="0"/>
                <a:ext cx="2800" cy="900"/>
              </a:xfrm>
              <a:prstGeom prst="rect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Technik</a:t>
                </a:r>
              </a:p>
            </p:txBody>
          </p:sp>
          <p:sp>
            <p:nvSpPr>
              <p:cNvPr id="8" name="rect 8"/>
              <p:cNvSpPr/>
              <p:nvPr/>
            </p:nvSpPr>
            <p:spPr>
              <a:xfrm>
                <a:off x="6344" y="0"/>
                <a:ext cx="2800" cy="900"/>
              </a:xfrm>
              <a:prstGeom prst="rect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rtlCol="0" anchor="ctr"/>
              <a:lstStyle/>
              <a:p>
                <a:r>
                  <a:rPr lang="de-DE"/>
                  <a:t>Vertrieb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Weniger Schleifen</a:t>
            </a:r>
          </a:p>
          <a:p>
            <a:r>
              <a:rPr lang="de-DE"/>
              <a:t>Klare Verantwortung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Prozesse</dc:title>
  <dc:creator>Slider</dc:creator>
  <dcterms:created xsi:type="dcterms:W3CDTF">2026-01-15T09:30:00Z</dcterms:created>
  <dcterms:modified xsi:type="dcterms:W3CDTF">2026-01-15T09:30:00Z</dcterms:modified>
</cp:coreProperties>
</file>