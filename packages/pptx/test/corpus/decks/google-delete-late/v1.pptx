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5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55" name="Subtitle 54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6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65" name="Content 6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7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75" name="Content 7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8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85" name="Content 8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86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9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95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/>
  <cp:revision>1</cp:revision>
  <dcterms:created xsi:type="dcterms:W3CDTF">2026-01-15T09:30:00Z</dcterms:created>
  <dcterms:modified xsi:type="dcterms:W3CDTF">2026-01-15T09:30:00Z</dcterms:modified>
</cp:coreProperties>
</file>