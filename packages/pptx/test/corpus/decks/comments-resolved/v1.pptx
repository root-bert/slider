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omments/modernComment_260_00000104.xml" ContentType="application/vnd.ms-powerpoint.comments+xml"/>
  <Override PartName="/ppt/slides/slide5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Lena Hoffmann" providerId="None"/>
  <p188:author id="{0000000a-0000-4000-8000-000000000002}" name="Jonas Weber" initials="JW" userId="Jonas Weber" providerId="None"/>
  <p188:author id="{0000000a-0000-4000-8000-000000000003}" name="Mira Schulz" initials="MS" userId="Mira Schul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260_00000104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>
    <pc:sldMkLst>
      <pc:docMk/>
      <pc:sldMk cId="0" sldId="260"/>
    </pc:sldMkLst>
    <p188:txBody>
      <a:bodyPr/>
      <a:lstStyle/>
      <a:p>
        <a:r>
          <a:rPr lang="de-DE"/>
          <a:t>Personal zu hoch?</a:t>
        </a:r>
      </a:p>
    </p188:txBody>
  </p188:cm>
  <p188:cm id="{0000000c-0000-4000-8000-000000000002}" authorId="{0000000a-0000-4000-8000-000000000002}" created="2026-10-01T08:10:00.000Z">
    <pc:sldMkLst>
      <pc:docMk/>
      <pc:sldMk cId="0" sldId="260"/>
    </pc:sldMkLst>
    <p188:txBody>
      <a:bodyPr/>
      <a:lstStyle/>
      <a:p>
        <a:r>
          <a:rPr lang="de-DE"/>
          <a:t>Quelle fehlt.</a:t>
        </a:r>
      </a:p>
    </p188:txBody>
  </p188:cm>
  <p188:cm id="{0000000c-0000-4000-8000-000000000003}" authorId="{0000000a-0000-4000-8000-000000000003}" created="2026-10-01T08:20:00.000Z">
    <pc:sldMkLst>
      <pc:docMk/>
      <pc:sldMk cId="0" sldId="260"/>
    </pc:sldMkLst>
    <p188:txBody>
      <a:bodyPr/>
      <a:lstStyle/>
      <a:p>
        <a:r>
          <a:rPr lang="de-DE"/>
          <a:t>Marketing prüfen.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60_00000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