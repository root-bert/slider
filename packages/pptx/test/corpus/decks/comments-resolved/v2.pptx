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comments/modernComment_260_00000104.xml" ContentType="application/vnd.ms-powerpoint.comments+xml"/>
  <Override PartName="/ppt/slides/slide5.xml" ContentType="application/vnd.openxmlformats-officedocument.presentationml.slide+xml"/>
  <Override PartName="/ppt/authors.xml" ContentType="application/vnd.ms-powerpoint.author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a-0000-4000-8000-000000000001}" name="Lena Hoffmann" initials="LH" userId="Lena Hoffmann" providerId="None"/>
  <p188:author id="{0000000a-0000-4000-8000-000000000002}" name="Jonas Weber" initials="JW" userId="Jonas Weber" providerId="None"/>
  <p188:author id="{0000000a-0000-4000-8000-000000000003}" name="Mira Schulz" initials="MS" userId="Mira Schulz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8/10/relationships/authors" Target="authors.xml"/></Relationships>
</file>

<file path=ppt/comments/modernComment_260_00000104.xml><?xml version="1.0" encoding="utf-8"?>
<p188:cmLst xmlns:a="http://schemas.openxmlformats.org/drawingml/2006/main" xmlns:r="http://schemas.openxmlformats.org/officeDocument/2006/relationships" xmlns:p188="http://schemas.microsoft.com/office/powerpoint/2018/8/main" xmlns:pc="http://schemas.microsoft.com/office/powerpoint/2013/main/command" xmlns:ac="http://schemas.microsoft.com/office/drawing/2013/main/command">
  <p188:cm id="{0000000c-0000-4000-8000-000000000001}" authorId="{0000000a-0000-4000-8000-000000000001}" created="2026-10-01T08:00:00.000Z" status="resolved">
    <pc:sldMkLst>
      <pc:docMk/>
      <pc:sldMk cId="0" sldId="260"/>
    </pc:sldMkLst>
    <p188:txBody>
      <a:bodyPr/>
      <a:lstStyle/>
      <a:p>
        <a:r>
          <a:rPr lang="de-DE"/>
          <a:t>Personal zu hoch?</a:t>
        </a:r>
      </a:p>
    </p188:txBody>
  </p188:cm>
  <p188:cm id="{0000000c-0000-4000-8000-000000000002}" authorId="{0000000a-0000-4000-8000-000000000002}" created="2026-10-01T08:10:00.000Z" status="closed">
    <pc:sldMkLst>
      <pc:docMk/>
      <pc:sldMk cId="0" sldId="260"/>
    </pc:sldMkLst>
    <p188:txBody>
      <a:bodyPr/>
      <a:lstStyle/>
      <a:p>
        <a:r>
          <a:rPr lang="de-DE"/>
          <a:t>Quelle fehlt.</a:t>
        </a:r>
      </a:p>
    </p188:txBody>
  </p188:cm>
  <p188:cm id="{0000000c-0000-4000-8000-000000000003}" authorId="{0000000a-0000-4000-8000-000000000003}" created="2026-10-01T08:20:00.000Z">
    <pc:sldMkLst>
      <pc:docMk/>
      <pc:sldMk cId="0" sldId="260"/>
    </pc:sldMkLst>
    <p188:txBody>
      <a:bodyPr/>
      <a:lstStyle/>
      <a:p>
        <a:r>
          <a:rPr lang="de-DE"/>
          <a:t>Marketing prüfen.</a:t>
        </a:r>
      </a:p>
    </p188:txBody>
  </p188:cm>
</p188:cmLst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18/10/relationships/comments" Target="../comments/modernComment_260_0000010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Projekt Atlas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/>
              <a:t>Kickoff · Produktteam · Oktober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Ausgangslage und Ziele</a:t>
            </a:r>
          </a:p>
          <a:p>
            <a:r>
              <a:rPr lang="de-DE"/>
              <a:t>Zeitplan und Meilensteine</a:t>
            </a:r>
          </a:p>
          <a:p>
            <a:r>
              <a:rPr lang="de-DE"/>
              <a:t>Budget und Ressourcen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Ziele 2027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Neukunden im Mittelstand gewinnen</a:t>
            </a:r>
          </a:p>
          <a:p>
            <a:r>
              <a:rPr lang="de-DE"/>
              <a:t>Onboarding unter zehn Minuten</a:t>
            </a:r>
          </a:p>
          <a:p>
            <a:r>
              <a:rPr lang="de-DE"/>
              <a:t>Churn halbieren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Zeitplan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Q1 Discovery</a:t>
            </a:r>
          </a:p>
          <a:p>
            <a:r>
              <a:rPr lang="de-DE"/>
              <a:t>Q2 Beta</a:t>
            </a:r>
          </a:p>
          <a:p>
            <a:r>
              <a:rPr lang="de-DE"/>
              <a:t>Q3 Launch</a:t>
            </a:r>
          </a:p>
        </p:txBody>
      </p:sp>
      <p:pic>
        <p:nvPicPr>
          <p:cNvPr id="4" name="Roadma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000" y="1825625"/>
            <a:ext cx="4953800" cy="278651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Budget</a:t>
            </a:r>
          </a:p>
        </p:txBody>
      </p:sp>
      <p:graphicFrame>
        <p:nvGraphicFramePr>
          <p:cNvPr id="3" name="Tabelle Budget"/>
          <p:cNvGraphicFramePr>
            <a:graphicFrameLocks noGrp="1"/>
          </p:cNvGraphicFramePr>
          <p:nvPr/>
        </p:nvGraphicFramePr>
        <p:xfrm>
          <a:off x="838200" y="1825625"/>
          <a:ext cx="10515600" cy="2286000"/>
        </p:xfrm>
        <a:graphic>
          <a:graphicData uri="http://schemas.openxmlformats.org/drawingml/2006/table">
            <a:tbl>
              <a:tblPr firstRow="1" bandRow="1"/>
              <a:tblGrid>
                <a:gridCol w="3505200"/>
                <a:gridCol w="3505200"/>
                <a:gridCol w="3505200"/>
              </a:tblGrid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Posten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Plan (T€)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Ist (T€)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Personal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455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Infrastruktur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131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Marketing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64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lider">
  <a:themeElements>
    <a:clrScheme name="Slider">
      <a:dk1>
        <a:sysClr val="windowText" lastClr="000000"/>
      </a:dk1>
      <a:lt1>
        <a:sysClr val="window" lastClr="FFFFFF"/>
      </a:lt1>
      <a:dk2>
        <a:srgbClr val="0F172A"/>
      </a:dk2>
      <a:lt2>
        <a:srgbClr val="F1F5F9"/>
      </a:lt2>
      <a:accent1>
        <a:srgbClr val="2563EB"/>
      </a:accent1>
      <a:accent2>
        <a:srgbClr val="0EA5E9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2563EB"/>
      </a:hlink>
      <a:folHlink>
        <a:srgbClr val="7C3AED"/>
      </a:folHlink>
    </a:clrScheme>
    <a:fontScheme name="Slid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Slid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5</Slides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Projekt Atlas</dc:title>
  <dc:creator>Slider</dc:creator>
  <dcterms:created xsi:type="dcterms:W3CDTF">2026-01-15T09:30:00Z</dcterms:created>
  <dcterms:modified xsi:type="dcterms:W3CDTF">2026-01-15T09:30:00Z</dcterms:modified>
</cp:coreProperties>
</file>