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comments/modernComment_106_DA7639BC.xml" ContentType="application/vnd.ms-powerpoint.comment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4"/>
    <p:sldId id="262" r:id="rId3"/>
    <p:sldId id="263" r:id="rId6"/>
    <p:sldId id="270" r:id="rId5"/>
    <p:sldId id="271" r:id="rId8"/>
    <p:sldId id="274" r:id="rId7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Einleitung" id="{00000005-0000-4000-8000-000000000001}">
          <p14:sldIdLst>
            <p14:sldId id="256"/>
            <p14:sldId id="259"/>
          </p14:sldIdLst>
        </p14:section>
        <p14:section name="Analyse" id="{00000005-0000-4000-8000-000000000002}">
          <p14:sldIdLst>
            <p14:sldId id="262"/>
            <p14:sldId id="263"/>
            <p14:sldId id="270"/>
          </p14:sldIdLst>
        </p14:section>
        <p14:section name="Abschluss" id="{00000005-0000-4000-8000-000000000003}">
          <p14:sldIdLst>
            <p14:sldId id="271"/>
            <p14:sldId id="274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S::lena.hoffmann@contoso.de::6f1e2d3c-4b5a-4968-8776-655443322110" providerId="AD"/>
  <p188:author id="{0000000a-0000-4000-8000-000000000002}" name="Jonas Weber" initials="JW" userId="S::jonas.weber@contoso.de::0a1b2c3d-4e5f-4a6b-8c7d-8e9f0a1b2c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/Relationships>
</file>

<file path=ppt/comments/modernComment_106_DA7639BC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ac:deMkLst>
      <pc:docMk/>
      <pc:sldMk cId="3665181116" sldId="262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6_DA7639BC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Marktanalyse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Strategie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10523362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Marktgröße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Gesamtmarkt 1,8 Mrd. €</a:t>
            </a:r>
          </a:p>
          <a:p>
            <a:r>
              <a:rPr lang="de-DE"/>
              <a:t>Wachstum sieben Prozent pro Jahr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665181116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Markt</a:t>
            </a:r>
          </a:p>
          <a:p>
            <a:r>
              <a:rPr lang="de-DE"/>
              <a:t>Wettbewerb</a:t>
            </a:r>
          </a:p>
          <a:p>
            <a:r>
              <a:rPr lang="de-DE"/>
              <a:t>Kunden</a:t>
            </a:r>
          </a:p>
          <a:p>
            <a:r>
              <a:rPr lang="de-DE"/>
              <a:t>Fazit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Kundensegmente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Agenturen</a:t>
            </a:r>
          </a:p>
          <a:p>
            <a:r>
              <a:rPr lang="de-DE"/>
              <a:t>Beratungen</a:t>
            </a:r>
          </a:p>
          <a:p>
            <a:r>
              <a:rPr lang="de-DE"/>
              <a:t>Interne Kommunikation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866257336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Wettbewerb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Drei große Anbieter</a:t>
            </a:r>
          </a:p>
          <a:p>
            <a:r>
              <a:rPr lang="de-DE"/>
              <a:t>Viele Nischenanbieter im Mittelstand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643500664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Fragen?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Danke für die Aufmerksamkeit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17366266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Fokus auf Beratungen</a:t>
            </a:r>
          </a:p>
          <a:p>
            <a:r>
              <a:rPr lang="de-DE"/>
              <a:t>Partnerprogramm starten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77592603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7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Marktanalyse 2026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