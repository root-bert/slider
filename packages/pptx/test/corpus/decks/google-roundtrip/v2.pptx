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53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Marktanalyse 2026</a:t>
            </a:r>
          </a:p>
        </p:txBody>
      </p:sp>
      <p:sp>
        <p:nvSpPr>
          <p:cNvPr id="55" name="Subtitle 54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de-DE"/>
              <a:t>Strategie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6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65" name="Content 6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Markt</a:t>
            </a:r>
          </a:p>
          <a:p>
            <a:r>
              <a:rPr lang="de-DE"/>
              <a:t>Wettbewerb</a:t>
            </a:r>
          </a:p>
          <a:p>
            <a:r>
              <a:rPr lang="de-DE"/>
              <a:t>Kunden</a:t>
            </a:r>
          </a:p>
          <a:p>
            <a:r>
              <a:rPr lang="de-DE"/>
              <a:t>Fazit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7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Marktgröße</a:t>
            </a:r>
          </a:p>
        </p:txBody>
      </p:sp>
      <p:sp>
        <p:nvSpPr>
          <p:cNvPr id="75" name="Content 7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Gesamtmarkt 1,8 Mrd. €</a:t>
            </a:r>
          </a:p>
          <a:p>
            <a:r>
              <a:rPr lang="de-DE"/>
              <a:t>Wachstum sieben Prozent pro Jahr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8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Wettbewerb</a:t>
            </a:r>
          </a:p>
        </p:txBody>
      </p:sp>
      <p:sp>
        <p:nvSpPr>
          <p:cNvPr id="85" name="Content 8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Drei große Anbieter</a:t>
            </a:r>
          </a:p>
          <a:p>
            <a:r>
              <a:rPr lang="de-DE"/>
              <a:t>Viele Nischenanbieter im Mittelstand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9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Kundensegmente</a:t>
            </a:r>
          </a:p>
        </p:txBody>
      </p:sp>
      <p:sp>
        <p:nvSpPr>
          <p:cNvPr id="95" name="Content 9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Agenturen</a:t>
            </a:r>
          </a:p>
          <a:p>
            <a:r>
              <a:rPr lang="de-DE"/>
              <a:t>Beratungen</a:t>
            </a:r>
          </a:p>
          <a:p>
            <a:r>
              <a:rPr lang="de-DE"/>
              <a:t>Interne Kommunikation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0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Fazit</a:t>
            </a:r>
          </a:p>
        </p:txBody>
      </p:sp>
      <p:sp>
        <p:nvSpPr>
          <p:cNvPr id="105" name="Content 10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Fokus auf Beratungen</a:t>
            </a:r>
          </a:p>
          <a:p>
            <a:r>
              <a:rPr lang="de-DE"/>
              <a:t>Partnerprogramm starten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1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Fragen?</a:t>
            </a:r>
          </a:p>
        </p:txBody>
      </p:sp>
      <p:sp>
        <p:nvSpPr>
          <p:cNvPr id="115" name="Content 11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Danke für die Aufmerksamkeit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Marktanalyse 2026</dc:title>
  <dc:creator/>
  <cp:revision>1</cp:revision>
  <dcterms:created xsi:type="dcterms:W3CDTF">2026-01-15T09:30:00Z</dcterms:created>
  <dcterms:modified xsi:type="dcterms:W3CDTF">2026-01-15T09:30:00Z</dcterms:modified>
</cp:coreProperties>
</file>