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Executive Summary</a:t>
            </a:r>
          </a:p>
        </p:txBody>
      </p:sp>
      <p:sp>
        <p:nvSpPr>
          <p:cNvPr id="55" name="Content 5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Atlas startet im Mittelstand</a:t>
            </a:r>
          </a:p>
          <a:p>
            <a:r>
              <a:rPr lang="de-DE"/>
              <a:t>Erste Pilotkunden ab Februar</a:t>
            </a:r>
          </a:p>
        </p:txBody>
      </p:sp>
      <p:sp>
        <p:nvSpPr>
          <p:cNvPr id="56" name="Footer Placeholder 5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65" name="Subtitle 6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Kickoff · Produktteam und Vertrieb · Oktober 2026</a:t>
            </a:r>
          </a:p>
        </p:txBody>
      </p:sp>
      <p:sp>
        <p:nvSpPr>
          <p:cNvPr id="66" name="Footer Placeholder 6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Team</a:t>
            </a:r>
          </a:p>
        </p:txBody>
      </p:sp>
      <p:sp>
        <p:nvSpPr>
          <p:cNvPr id="76" name="Footer Placeholder 7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Neukunden im Mittelstand und in Agenturen gewinnen</a:t>
            </a:r>
          </a:p>
          <a:p>
            <a:r>
              <a:rPr lang="de-DE"/>
              <a:t>Onboarding unter fünf Minuten</a:t>
            </a:r>
          </a:p>
          <a:p>
            <a:r>
              <a:rPr lang="de-DE"/>
              <a:t>Churn halbieren</a:t>
            </a:r>
          </a:p>
        </p:txBody>
      </p:sp>
      <p:sp>
        <p:nvSpPr>
          <p:cNvPr id="86" name="Footer Placeholder 8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95" name="Content 9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sp>
        <p:nvSpPr>
          <p:cNvPr id="96" name="Footer Placeholder 9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  <p:pic>
        <p:nvPicPr>
          <p:cNvPr id="97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0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Budget</a:t>
            </a:r>
          </a:p>
        </p:txBody>
      </p:sp>
      <p:sp>
        <p:nvSpPr>
          <p:cNvPr id="105" name="Footer Placeholder 10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  <p:graphicFrame>
        <p:nvGraphicFramePr>
          <p:cNvPr id="106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/>
  <cp:revision>1</cp:revision>
  <dcterms:created xsi:type="dcterms:W3CDTF">2026-01-15T09:30:00Z</dcterms:created>
  <dcterms:modified xsi:type="dcterms:W3CDTF">2026-01-15T09:30:00Z</dcterms:modified>
</cp:coreProperties>
</file>