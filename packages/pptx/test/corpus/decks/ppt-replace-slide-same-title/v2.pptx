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61" r:id="rId7"/>
    <p:sldId id="259" r:id="rId6"/>
    <p:sldId id="260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974342677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35866609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extLst>
    <p:ext uri="{BB962C8B-B14F-4D97-AF65-F5344CB8AC3E}">
      <p14:creationId xmlns:p14="http://schemas.microsoft.com/office/powerpoint/2010/main" val="968532104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  <p:extLst>
    <p:ext uri="{BB962C8B-B14F-4D97-AF65-F5344CB8AC3E}">
      <p14:creationId xmlns:p14="http://schemas.microsoft.com/office/powerpoint/2010/main" val="292179344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Kundenstimmen aus den Interviews</a:t>
            </a:r>
          </a:p>
          <a:p>
            <a:r>
              <a:rPr lang="de-DE"/>
              <a:t>Zitate der Pilotkunden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347845533"/>
    </p:ext>
  </p:extLst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Application>Microsoft Office PowerPoint</Application>
  <PresentationFormat>Breitbild</PresentationFormat>
  <Slides>5</Slides>
  <Company>Contoso GmbH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Lena Hoffmann</dc:creator>
  <cp:lastModifiedBy>Jonas Weber</cp:lastModifiedBy>
  <cp:revision>7</cp:revision>
  <dcterms:created xsi:type="dcterms:W3CDTF">2026-01-15T09:30:00Z</dcterms:created>
  <dcterms:modified xsi:type="dcterms:W3CDTF">2026-01-15T09:30:00Z</dcterms:modified>
</cp:coreProperties>
</file>