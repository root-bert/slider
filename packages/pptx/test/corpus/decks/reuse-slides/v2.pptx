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8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Master" Target="slideMasters/slideMaster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Budget Vertrieb 2027</a:t>
            </a:r>
          </a:p>
          <a:p>
            <a:r>
              <a:rPr lang="de-DE"/>
              <a:t>Plan 1,2 Mio. €</a:t>
            </a:r>
          </a:p>
          <a:p>
            <a:r>
              <a:rPr lang="de-DE"/>
              <a:t>Freigabe durch die Geschäftsführung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