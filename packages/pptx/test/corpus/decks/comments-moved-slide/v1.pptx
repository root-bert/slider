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comments/modernComment_257_00000101.xml" ContentType="application/vnd.ms-powerpoint.comment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authors.xml" ContentType="application/vnd.ms-powerpoint.auth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a-0000-4000-8000-000000000001}" name="Lena Hoffmann" initials="LH" userId="Lena Hoffmann" providerId="None"/>
  <p188:author id="{0000000a-0000-4000-8000-000000000002}" name="Jonas Weber" initials="JW" userId="Jonas Web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257_00000101.xml><?xml version="1.0" encoding="utf-8"?>
<p188:cmLst xmlns:a="http://schemas.openxmlformats.org/drawingml/2006/main" xmlns:r="http://schemas.openxmlformats.org/officeDocument/2006/relationships" xmlns:p188="http://schemas.microsoft.com/office/powerpoint/2018/8/main" xmlns:pc="http://schemas.microsoft.com/office/powerpoint/2013/main/command" xmlns:ac="http://schemas.microsoft.com/office/drawing/2013/main/command">
  <p188:cm id="{0000000c-0000-4000-8000-000000000001}" authorId="{0000000a-0000-4000-8000-000000000001}" created="2026-10-01T08:00:00.000Z">
    <ac:deMkLst>
      <pc:docMk/>
      <pc:sldMk cId="0" sldId="257"/>
      <ac:spMk id="3"/>
    </ac:deMkLst>
    <p188:replyLst>
      <p188:reply id="{0000000c-0000-4000-8000-000000000002}" authorId="{0000000a-0000-4000-8000-000000000002}" created="2026-10-01T09:15:00.000Z">
        <p188:txBody>
          <a:bodyPr/>
          <a:lstStyle/>
          <a:p>
            <a:r>
              <a:rPr lang="de-DE"/>
              <a:t>Mache ich.</a:t>
            </a:r>
          </a:p>
        </p188:txBody>
      </p188:reply>
    </p188:replyLst>
    <p188:txBody>
      <a:bodyPr/>
      <a:lstStyle/>
      <a:p>
        <a:r>
          <a:rPr lang="de-DE"/>
          <a:t>Budget bitte vor den Zeitplan ziehen.</a:t>
        </a:r>
      </a:p>
    </p188:txBody>
  </p188:cm>
</p188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7_0000010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