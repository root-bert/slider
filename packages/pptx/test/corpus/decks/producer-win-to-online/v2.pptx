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comments/modernComment_101_B148DE15.xml" ContentType="application/vnd.ms-powerpoint.comment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4"/>
    <p:sldId id="259" r:id="rId6"/>
    <p:sldId id="260" r:id="rId5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S::lena.hoffmann@contoso.de::6f1e2d3c-4b5a-4968-8776-655443322110" providerId="AD"/>
  <p188:author id="{0000000a-0000-4000-8000-000000000002}" name="Jonas Weber" initials="JW" userId="S::jonas.weber@contoso.de::0a1b2c3d-4e5f-4a6b-8c7d-8e9f0a1b2c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101_B148DE15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10-01T08:00:00.000Z">
    <ac:deMkLst>
      <pc:docMk/>
      <pc:sldMk cId="2974342677" sldId="257"/>
      <ac:spMk id="3"/>
    </ac:deMkLst>
    <p188:replyLst>
      <p188:reply id="{0000000c-0000-4000-8000-000000000002}" authorId="{0000000a-0000-4000-8000-000000000002}" created="2026-10-01T09:15:00.000Z">
        <p188:txBody>
          <a:bodyPr/>
          <a:lstStyle/>
          <a:p>
            <a:r>
              <a:rPr lang="de-DE"/>
              <a:t>Mache ich.</a:t>
            </a:r>
          </a:p>
        </p188:txBody>
      </p188:reply>
    </p188:replyLst>
    <p188:txBody>
      <a:bodyPr/>
      <a:lstStyle/>
      <a:p>
        <a:r>
          <a:rPr lang="de-DE"/>
          <a:t>Budget bitte vor den Zeitplan ziehen.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101_B148DE1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5866609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13026777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extLst>
    <p:ext uri="{BB962C8B-B14F-4D97-AF65-F5344CB8AC3E}">
      <p14:creationId xmlns:p14="http://schemas.microsoft.com/office/powerpoint/2010/main" val="96853210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2921793442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Lena Hoffmann</dc:creator>
  <cp:lastModifiedBy>Mira Schulz</cp:lastModifiedBy>
  <cp:revision>9</cp:revision>
  <dcterms:created xsi:type="dcterms:W3CDTF">2026-01-15T09:30:00Z</dcterms:created>
  <dcterms:modified xsi:type="dcterms:W3CDTF">2026-01-15T09:30:00Z</dcterms:modified>
</cp:coreProperties>
</file>