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 53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Projekt Atlas</a:t>
            </a:r>
          </a:p>
        </p:txBody>
      </p:sp>
      <p:sp>
        <p:nvSpPr>
          <p:cNvPr id="55" name="Subtitle 54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/>
          <a:p>
            <a:r>
              <a:rPr lang="de-DE"/>
              <a:t>Kickoff · Produktteam · Oktober 2026</a:t>
            </a:r>
          </a:p>
        </p:txBody>
      </p:sp>
      <p:sp>
        <p:nvSpPr>
          <p:cNvPr id="56" name="Footer Placeholder 5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de-DE"/>
              <a:t>Vertraulich · Projekt Atlas · Muster AG · Strategieworkshop Oktober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6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de-DE"/>
              <a:t>Budget</a:t>
            </a:r>
          </a:p>
        </p:txBody>
      </p:sp>
      <p:sp>
        <p:nvSpPr>
          <p:cNvPr id="65" name="Footer Placeholder 6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de-DE"/>
              <a:t>Vertraulich · Projekt Atlas · Muster AG · Strategieworkshop Oktober 2026</a:t>
            </a:r>
          </a:p>
        </p:txBody>
      </p:sp>
      <p:graphicFrame>
        <p:nvGraphicFramePr>
          <p:cNvPr id="66" name="Tabelle Budget"/>
          <p:cNvGraphicFramePr>
            <a:graphicFrameLocks noGrp="1"/>
          </p:cNvGraphicFramePr>
          <p:nvPr/>
        </p:nvGraphicFramePr>
        <p:xfrm>
          <a:off x="838200" y="1825625"/>
          <a:ext cx="10515600" cy="2286000"/>
        </p:xfrm>
        <a:graphic>
          <a:graphicData uri="http://schemas.openxmlformats.org/drawingml/2006/table">
            <a:tbl>
              <a:tblPr firstRow="1" bandRow="1"/>
              <a:tblGrid>
                <a:gridCol w="3505200"/>
                <a:gridCol w="3505200"/>
                <a:gridCol w="3505200"/>
              </a:tblGrid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Posten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Plan (T€)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Ist (T€)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Personal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480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455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Infrastruktur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131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Marketing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64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itle 7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de-DE"/>
              <a:t>Agenda</a:t>
            </a:r>
          </a:p>
        </p:txBody>
      </p:sp>
      <p:sp>
        <p:nvSpPr>
          <p:cNvPr id="75" name="Content 74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r>
              <a:rPr lang="de-DE"/>
              <a:t>Ausgangslage und Ziele</a:t>
            </a:r>
          </a:p>
          <a:p>
            <a:r>
              <a:rPr lang="de-DE"/>
              <a:t>Zeitplan und Meilensteine</a:t>
            </a:r>
          </a:p>
          <a:p>
            <a:r>
              <a:rPr lang="de-DE"/>
              <a:t>Budget und Ressourcen</a:t>
            </a:r>
          </a:p>
        </p:txBody>
      </p:sp>
      <p:sp>
        <p:nvSpPr>
          <p:cNvPr id="76" name="Footer Placeholder 7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de-DE"/>
              <a:t>Vertraulich · Projekt Atlas · Muster AG · Strategieworkshop Oktober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itle 8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de-DE"/>
              <a:t>Ziele 2027</a:t>
            </a:r>
          </a:p>
        </p:txBody>
      </p:sp>
      <p:sp>
        <p:nvSpPr>
          <p:cNvPr id="85" name="Content 84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r>
              <a:rPr lang="de-DE"/>
              <a:t>Neukunden im Mittelstand gewinnen</a:t>
            </a:r>
          </a:p>
          <a:p>
            <a:r>
              <a:rPr lang="de-DE"/>
              <a:t>Onboarding unter zehn Minuten</a:t>
            </a:r>
          </a:p>
          <a:p>
            <a:r>
              <a:rPr lang="de-DE"/>
              <a:t>Churn halbieren</a:t>
            </a:r>
          </a:p>
        </p:txBody>
      </p:sp>
      <p:sp>
        <p:nvSpPr>
          <p:cNvPr id="86" name="Footer Placeholder 8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de-DE"/>
              <a:t>Vertraulich · Projekt Atlas · Muster AG · Strategieworkshop Oktober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le 9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de-DE"/>
              <a:t>Zeitplan</a:t>
            </a:r>
          </a:p>
        </p:txBody>
      </p:sp>
      <p:sp>
        <p:nvSpPr>
          <p:cNvPr id="95" name="Content 94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r>
              <a:rPr lang="de-DE"/>
              <a:t>Q1 Discovery</a:t>
            </a:r>
          </a:p>
          <a:p>
            <a:r>
              <a:rPr lang="de-DE"/>
              <a:t>Q2 Beta</a:t>
            </a:r>
          </a:p>
          <a:p>
            <a:r>
              <a:rPr lang="de-DE"/>
              <a:t>Q3 Launch</a:t>
            </a:r>
          </a:p>
        </p:txBody>
      </p:sp>
      <p:sp>
        <p:nvSpPr>
          <p:cNvPr id="96" name="Footer Placeholder 9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de-DE"/>
              <a:t>Vertraulich · Projekt Atlas · Muster AG · Strategieworkshop Oktober 2026</a:t>
            </a:r>
          </a:p>
        </p:txBody>
      </p:sp>
      <p:pic>
        <p:nvPicPr>
          <p:cNvPr id="97" name="Roadma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000" y="1825625"/>
            <a:ext cx="4953800" cy="278651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lider">
  <a:themeElements>
    <a:clrScheme name="Slider">
      <a:dk1>
        <a:sysClr val="windowText" lastClr="000000"/>
      </a:dk1>
      <a:lt1>
        <a:sysClr val="window" lastClr="FFFFFF"/>
      </a:lt1>
      <a:dk2>
        <a:srgbClr val="0F172A"/>
      </a:dk2>
      <a:lt2>
        <a:srgbClr val="F1F5F9"/>
      </a:lt2>
      <a:accent1>
        <a:srgbClr val="2563EB"/>
      </a:accent1>
      <a:accent2>
        <a:srgbClr val="0EA5E9"/>
      </a:accent2>
      <a:accent3>
        <a:srgbClr val="10B981"/>
      </a:accent3>
      <a:accent4>
        <a:srgbClr val="F59E0B"/>
      </a:accent4>
      <a:accent5>
        <a:srgbClr val="EF4444"/>
      </a:accent5>
      <a:accent6>
        <a:srgbClr val="8B5CF6"/>
      </a:accent6>
      <a:hlink>
        <a:srgbClr val="2563EB"/>
      </a:hlink>
      <a:folHlink>
        <a:srgbClr val="7C3AED"/>
      </a:folHlink>
    </a:clrScheme>
    <a:fontScheme name="Slider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Slid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Slides>5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Projekt Atlas</dc:title>
  <dc:creator/>
  <cp:revision>1</cp:revision>
  <dcterms:created xsi:type="dcterms:W3CDTF">2026-01-15T09:30:00Z</dcterms:created>
  <dcterms:modified xsi:type="dcterms:W3CDTF">2026-01-15T09:30:00Z</dcterms:modified>
</cp:coreProperties>
</file>