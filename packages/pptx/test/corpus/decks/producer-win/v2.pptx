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.xml" ContentType="application/vnd.openxmlformats-officedocument.presentationml.slide+xml"/>
  <Override PartName="/ppt/comments/modernComment_101_B148DE15.xml" ContentType="application/vnd.ms-powerpoint.comments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authors.xml" ContentType="application/vnd.ms-powerpoint.author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2"/>
    <p:sldId id="258" r:id="rId4"/>
    <p:sldId id="259" r:id="rId6"/>
    <p:sldId id="260" r:id="rId5"/>
  </p:sldIdLst>
  <p:sldSz cx="12192000" cy="6858000"/>
  <p:notesSz cx="6858000" cy="9144000"/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a-0000-4000-8000-000000000001}" name="Lena Hoffmann" initials="LH" userId="S::lena.hoffmann@contoso.de::6f1e2d3c-4b5a-4968-8776-655443322110" providerId="AD"/>
  <p188:author id="{0000000a-0000-4000-8000-000000000002}" name="Jonas Weber" initials="JW" userId="S::jonas.weber@contoso.de::0a1b2c3d-4e5f-4a6b-8c7d-8e9f0a1b2c3d" providerId="AD"/>
  <p188:author id="{0000000a-0000-4000-8000-000000000003}" name="Mira Schulz" initials="MS" userId="8f2c4e6a1b3d5f7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101_B148DE15.xml><?xml version="1.0" encoding="utf-8"?>
<p188:cmLst xmlns:a="http://schemas.openxmlformats.org/drawingml/2006/main" xmlns:r="http://schemas.openxmlformats.org/officeDocument/2006/relationships" xmlns:p188="http://schemas.microsoft.com/office/powerpoint/2018/8/main" xmlns:pc="http://schemas.microsoft.com/office/powerpoint/2013/main/command" xmlns:ac="http://schemas.microsoft.com/office/drawing/2013/main/command">
  <p188:cm id="{0000000c-0000-4000-8000-000000000001}" authorId="{0000000a-0000-4000-8000-000000000001}" created="2026-10-01T08:00:00.000Z" status="resolved">
    <ac:deMkLst>
      <pc:docMk/>
      <pc:sldMk cId="2974342677" sldId="257"/>
      <ac:spMk id="3"/>
    </ac:deMkLst>
    <p188:replyLst>
      <p188:reply id="{0000000c-0000-4000-8000-000000000002}" authorId="{0000000a-0000-4000-8000-000000000002}" created="2026-10-01T09:15:00.000Z">
        <p188:txBody>
          <a:bodyPr/>
          <a:lstStyle/>
          <a:p>
            <a:r>
              <a:rPr lang="de-DE"/>
              <a:t>Mache ich.</a:t>
            </a:r>
          </a:p>
        </p188:txBody>
      </p188:reply>
      <p188:reply id="{0000000c-0000-4000-8000-000000000003}" authorId="{0000000a-0000-4000-8000-000000000001}" created="2026-10-02T07:30:00.000Z">
        <p188:txBody>
          <a:bodyPr/>
          <a:lstStyle/>
          <a:p>
            <a:r>
              <a:rPr lang="de-DE"/>
              <a:t>Danke, passt so.</a:t>
            </a:r>
          </a:p>
        </p188:txBody>
      </p188:reply>
    </p188:replyLst>
    <p188:txBody>
      <a:bodyPr/>
      <a:lstStyle/>
      <a:p>
        <a:r>
          <a:rPr lang="de-DE"/>
          <a:t>Budget bitte vor den Zeitplan ziehen.</a:t>
        </a:r>
      </a:p>
    </p188:txBody>
  </p188:cm>
  <p188:cm id="{0000000c-0000-4000-8000-000000000004}" authorId="{0000000a-0000-4000-8000-000000000003}" created="2026-10-02T10:00:00.000Z">
    <pc:sldMkLst>
      <pc:docMk/>
      <pc:sldMk cId="2974342677" sldId="257"/>
    </pc:sldMkLst>
    <p188:txBody>
      <a:bodyPr/>
      <a:lstStyle/>
      <a:p>
        <a:r>
          <a:rPr lang="de-DE"/>
          <a:t>Sind die Zahlen final?</a:t>
        </a:r>
      </a:p>
    </p188:txBody>
  </p188:cm>
</p188:cmLst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101_B148DE15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2974342677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35866609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und in Agenturen gewinnen</a:t>
            </a:r>
          </a:p>
          <a:p>
            <a:r>
              <a:rPr lang="de-DE"/>
              <a:t>Onboarding unter fünf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  <p:extLst>
    <p:ext uri="{BB962C8B-B14F-4D97-AF65-F5344CB8AC3E}">
      <p14:creationId xmlns:p14="http://schemas.microsoft.com/office/powerpoint/2010/main" val="3130267776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extLst>
    <p:ext uri="{BB962C8B-B14F-4D97-AF65-F5344CB8AC3E}">
      <p14:creationId xmlns:p14="http://schemas.microsoft.com/office/powerpoint/2010/main" val="968532104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  <p:extLst>
    <p:ext uri="{BB962C8B-B14F-4D97-AF65-F5344CB8AC3E}">
      <p14:creationId xmlns:p14="http://schemas.microsoft.com/office/powerpoint/2010/main" val="2921793442"/>
    </p:ext>
  </p:extLst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Application>Microsoft Office PowerPoint</Application>
  <PresentationFormat>Breitbild</PresentationFormat>
  <Slides>5</Slides>
  <Company>Contoso GmbH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Lena Hoffmann</dc:creator>
  <cp:lastModifiedBy>Jonas Weber</cp:lastModifiedBy>
  <cp:revision>7</cp:revision>
  <dcterms:created xsi:type="dcterms:W3CDTF">2026-01-15T09:30:00Z</dcterms:created>
  <dcterms:modified xsi:type="dcterms:W3CDTF">2026-01-15T09:30:00Z</dcterms:modified>
</cp:coreProperties>
</file>