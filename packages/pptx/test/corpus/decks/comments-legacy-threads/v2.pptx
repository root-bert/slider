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comments/comment2.xml" ContentType="application/vnd.openxmlformats-officedocument.presentationml.comment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ena Hoffmann" initials="LH" lastIdx="2" clrIdx="0"/>
  <p:cmAuthor id="1" name="Jonas Weber" initials="JW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commentAuthors" Target="commentAuthors.xml"/></Relationships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1-15T09:30:00.000" idx="1">
    <p:pos x="120" y="200"/>
    <p:text>Budget nach vorn?</p:text>
  </p:cm>
  <p:cm authorId="1" dt="2026-01-15T09:30:00.000" idx="1">
    <p:pos x="120" y="200"/>
    <p:text>Ja, mache ich.</p:text>
    <p:extLst>
      <p:ext uri="{C676402C-5697-4E1C-873F-D02D1690AC5C}">
        <p15:threadingInfo xmlns:p15="http://schemas.microsoft.com/office/powerpoint/2012/main" timeZoneBias="0">
          <p15:parentCm authorId="0" idx="1"/>
        </p15:threadingInfo>
      </p:ext>
    </p:extLst>
  </p:cm>
  <p:cm authorId="0" dt="2026-01-15T09:30:00.000" idx="2">
    <p:pos x="120" y="200"/>
    <p:text>Danke!</p:text>
    <p:extLst>
      <p:ext uri="{C676402C-5697-4E1C-873F-D02D1690AC5C}">
        <p15:threadingInfo xmlns:p15="http://schemas.microsoft.com/office/powerpoint/2012/main" timeZoneBias="0">
          <p15:parentCm authorId="0" idx="1"/>
        </p15:threadingInfo>
      </p:ext>
    </p:extLst>
  </p:cm>
</p:cmLst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omments" Target="../comments/commen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Slider</dc:creator>
  <dcterms:created xsi:type="dcterms:W3CDTF">2026-01-15T09:30:00Z</dcterms:created>
  <dcterms:modified xsi:type="dcterms:W3CDTF">2026-01-15T09:30:00Z</dcterms:modified>
</cp:coreProperties>
</file>