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4" name="Hinweis Entscheidung"/>
          <p:cNvSpPr/>
          <p:nvPr/>
        </p:nvSpPr>
        <p:spPr>
          <a:xfrm>
            <a:off x="8000000" y="5600000"/>
            <a:ext cx="3600000" cy="700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de-DE"/>
              <a:t>Entscheidung bis Freitag im Lenkungskreis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