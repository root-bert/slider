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comments/comment2.xml" ContentType="application/vnd.openxmlformats-officedocument.presentationml.comment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s/comment5.xml" ContentType="application/vnd.openxmlformats-officedocument.presentationml.comments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na Hoffmann" initials="LH" lastIdx="2" clrIdx="0"/>
  <p:cmAuthor id="1" name="Jonas Weber" initials="JW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commentAuthors" Target="commentAuthors.xml"/></Relationships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1-15T09:30:00.000" idx="1">
    <p:pos x="120" y="200"/>
    <p:text>Reihenfolge passt nicht.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15T09:30:00.000" idx="1">
    <p:pos x="400" y="260"/>
    <p:text>Ist-Zahlen vom September?</p:text>
  </p:cm>
  <p:cm authorId="0" dt="2026-01-15T09:30:00.000" idx="2">
    <p:pos x="400" y="320"/>
    <p:text>Marketing unterplant.</p:text>
  </p:cm>
</p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omments" Target="../comments/commen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omments" Target="../comments/commen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