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0" r:id="rId4"/>
    <p:sldId id="258" r:id="rId5"/>
    <p:sldId id="259" r:id="rId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/>
              <a:t>Projekt Atlas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e-DE"/>
              <a:t>Kickoff · Produktteam · Oktober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Agenda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Ausgangslage und Ziele</a:t>
            </a:r>
          </a:p>
          <a:p>
            <a:r>
              <a:rPr lang="de-DE"/>
              <a:t>Zeitplan und Meilensteine</a:t>
            </a:r>
          </a:p>
          <a:p>
            <a:r>
              <a:rPr lang="de-DE"/>
              <a:t>Budget und Ressourcen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Budget</a:t>
            </a:r>
          </a:p>
        </p:txBody>
      </p:sp>
      <p:graphicFrame>
        <p:nvGraphicFramePr>
          <p:cNvPr id="3" name="Tabelle Budget"/>
          <p:cNvGraphicFramePr>
            <a:graphicFrameLocks noGrp="1"/>
          </p:cNvGraphicFramePr>
          <p:nvPr/>
        </p:nvGraphicFramePr>
        <p:xfrm>
          <a:off x="838200" y="1825625"/>
          <a:ext cx="10515600" cy="2286000"/>
        </p:xfrm>
        <a:graphic>
          <a:graphicData uri="http://schemas.openxmlformats.org/drawingml/2006/table">
            <a:tbl>
              <a:tblPr firstRow="1" bandRow="1"/>
              <a:tblGrid>
                <a:gridCol w="3505200"/>
                <a:gridCol w="3505200"/>
                <a:gridCol w="3505200"/>
              </a:tblGrid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Posten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Plan (T€)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Ist (T€)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Personal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455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Infrastruktur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131</a:t>
                      </a:r>
                    </a:p>
                  </a:txBody>
                  <a:tcPr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lang="de-DE"/>
                        <a:t>Marketing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/>
                        <a:t>64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Ziele 2027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Neukunden im Mittelstand gewinnen</a:t>
            </a:r>
          </a:p>
          <a:p>
            <a:r>
              <a:rPr lang="de-DE"/>
              <a:t>Onboarding unter zehn Minuten</a:t>
            </a:r>
          </a:p>
          <a:p>
            <a:r>
              <a:rPr lang="de-DE"/>
              <a:t>Churn halbieren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Zeitplan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/>
              <a:t>Q1 Discovery</a:t>
            </a:r>
          </a:p>
          <a:p>
            <a:r>
              <a:rPr lang="de-DE"/>
              <a:t>Q2 Beta</a:t>
            </a:r>
          </a:p>
          <a:p>
            <a:r>
              <a:rPr lang="de-DE"/>
              <a:t>Q3 Launch</a:t>
            </a:r>
          </a:p>
        </p:txBody>
      </p:sp>
      <p:pic>
        <p:nvPicPr>
          <p:cNvPr id="4" name="Roa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000" y="1825625"/>
            <a:ext cx="4953800" cy="278651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lider">
  <a:themeElements>
    <a:clrScheme name="Slider">
      <a:dk1>
        <a:sysClr val="windowText" lastClr="000000"/>
      </a:dk1>
      <a:lt1>
        <a:sysClr val="window" lastClr="FFFFFF"/>
      </a:lt1>
      <a:dk2>
        <a:srgbClr val="0F172A"/>
      </a:dk2>
      <a:lt2>
        <a:srgbClr val="F1F5F9"/>
      </a:lt2>
      <a:accent1>
        <a:srgbClr val="2563EB"/>
      </a:accent1>
      <a:accent2>
        <a:srgbClr val="0EA5E9"/>
      </a:accent2>
      <a:accent3>
        <a:srgbClr val="10B981"/>
      </a:accent3>
      <a:accent4>
        <a:srgbClr val="F59E0B"/>
      </a:accent4>
      <a:accent5>
        <a:srgbClr val="EF4444"/>
      </a:accent5>
      <a:accent6>
        <a:srgbClr val="8B5CF6"/>
      </a:accent6>
      <a:hlink>
        <a:srgbClr val="2563EB"/>
      </a:hlink>
      <a:folHlink>
        <a:srgbClr val="7C3AED"/>
      </a:folHlink>
    </a:clrScheme>
    <a:fontScheme name="Slider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Slid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5</Slides>
  <PresentationFormat>Widescreen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Projekt Atlas</dc:title>
  <dc:creator>Slider</dc:creator>
  <dcterms:created xsi:type="dcterms:W3CDTF">2026-01-15T09:30:00Z</dcterms:created>
  <dcterms:modified xsi:type="dcterms:W3CDTF">2026-01-15T09:30:00Z</dcterms:modified>
</cp:coreProperties>
</file>