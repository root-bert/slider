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Einleitung" id="{00000005-0000-4000-8000-000000000001}">
          <p14:sldIdLst>
            <p14:sldId id="256"/>
            <p14:sldId id="257"/>
          </p14:sldIdLst>
        </p14:section>
        <p14:section name="Analyse" id="{00000005-0000-4000-8000-000000000002}">
          <p14:sldIdLst>
            <p14:sldId id="258"/>
            <p14:sldId id="259"/>
            <p14:sldId id="260"/>
          </p14:sldIdLst>
        </p14:section>
        <p14:section name="Abschluss" id="{00000005-0000-4000-8000-000000000003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Marktanalyse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Strategie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Markt</a:t>
            </a:r>
          </a:p>
          <a:p>
            <a:r>
              <a:rPr lang="de-DE"/>
              <a:t>Wettbewerb</a:t>
            </a:r>
          </a:p>
          <a:p>
            <a:r>
              <a:rPr lang="de-DE"/>
              <a:t>Kunden</a:t>
            </a:r>
          </a:p>
          <a:p>
            <a:r>
              <a:rPr lang="de-DE"/>
              <a:t>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Marktgröße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Gesamtmarkt 1,8 Mrd. €</a:t>
            </a:r>
          </a:p>
          <a:p>
            <a:r>
              <a:rPr lang="de-DE"/>
              <a:t>Wachstum sieben Prozent pro Jahr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Wettbewerb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Drei große Anbieter</a:t>
            </a:r>
          </a:p>
          <a:p>
            <a:r>
              <a:rPr lang="de-DE"/>
              <a:t>Viele Nischenanbieter im Mittelstand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Kundensegmente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Agenturen</a:t>
            </a:r>
          </a:p>
          <a:p>
            <a:r>
              <a:rPr lang="de-DE"/>
              <a:t>Beratungen</a:t>
            </a:r>
          </a:p>
          <a:p>
            <a:r>
              <a:rPr lang="de-DE"/>
              <a:t>Interne Kommunikation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Fokus auf Beratungen</a:t>
            </a:r>
          </a:p>
          <a:p>
            <a:r>
              <a:rPr lang="de-DE"/>
              <a:t>Partnerprogramm starten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Fragen?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Danke für die Aufmerksamkeit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7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Marktanalyse 2026</dc:title>
  <dc:creator>Slider</dc:creator>
  <dcterms:created xsi:type="dcterms:W3CDTF">2026-01-15T09:30:00Z</dcterms:created>
  <dcterms:modified xsi:type="dcterms:W3CDTF">2026-01-15T09:30:00Z</dcterms:modified>
</cp:coreProperties>
</file>