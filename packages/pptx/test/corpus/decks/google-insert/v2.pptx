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5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Executive Summary</a:t>
            </a:r>
          </a:p>
        </p:txBody>
      </p:sp>
      <p:sp>
        <p:nvSpPr>
          <p:cNvPr id="55" name="Content 5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Atlas startet im Mittelstand</a:t>
            </a:r>
          </a:p>
          <a:p>
            <a:r>
              <a:rPr lang="de-DE"/>
              <a:t>Erste Pilotkunden ab Februar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6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65" name="Subtitle 64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7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75" name="Content 7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8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85" name="Content 8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9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95" name="Content 9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96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0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105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/>
  <cp:revision>1</cp:revision>
  <dcterms:created xsi:type="dcterms:W3CDTF">2026-01-15T09:30:00Z</dcterms:created>
  <dcterms:modified xsi:type="dcterms:W3CDTF">2026-01-15T09:30:00Z</dcterms:modified>
</cp:coreProperties>
</file>