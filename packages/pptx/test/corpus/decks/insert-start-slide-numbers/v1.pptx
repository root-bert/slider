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16.10.2026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16.10.2026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16.10.2026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16.10.2026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4</a:t>
            </a:fld>
            <a:endParaRPr lang="de-DE"/>
          </a:p>
        </p:txBody>
      </p:sp>
      <p:pic>
        <p:nvPicPr>
          <p:cNvPr id="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3}" type="datetime1">
              <a:rPr lang="de-DE"/>
              <a:t>16.10.2026</a:t>
            </a:fld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slidenum">
              <a:rPr lang="de-DE"/>
              <a:t>5</a:t>
            </a:fld>
            <a:endParaRPr lang="de-DE"/>
          </a:p>
        </p:txBody>
      </p:sp>
      <p:graphicFrame>
        <p:nvGraphicFramePr>
          <p:cNvPr id="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