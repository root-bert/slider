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comments/modernComment_257_00000101.xml" ContentType="application/vnd.ms-powerpoint.comments+xml"/>
  <Override PartName="/ppt/slides/slide2.xml" ContentType="application/vnd.openxmlformats-officedocument.presentationml.slide+xml"/>
  <Override PartName="/ppt/comments/modernComment_258_00000102.xml" ContentType="application/vnd.ms-powerpoint.comment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s/modernComment_260_00000104.xml" ContentType="application/vnd.ms-powerpoint.comments+xml"/>
  <Override PartName="/ppt/slides/slide5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Lena Hoffmann" providerId="None"/>
  <p188:author id="{0000000a-0000-4000-8000-000000000002}" name="Jonas Weber" initials="JW" userId="Jonas Weber" providerId="None"/>
  <p188:author id="{0000000a-0000-4000-8000-000000000003}" name="Mira Schulz" initials="MS" userId="Mira Schul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257_00000101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01-15T09:30:00.000Z">
    <ac:deMkLst>
      <pc:docMk/>
      <pc:sldMk cId="0" sldId="257"/>
      <ac:spMk id="3"/>
    </ac:deMkLst>
    <p188:txBody>
      <a:bodyPr/>
      <a:lstStyle/>
      <a:p>
        <a:r>
          <a:rPr lang="de-DE"/>
          <a:t>Reihenfolge passt nicht.</a:t>
        </a:r>
      </a:p>
    </p188:txBody>
  </p188:cm>
</p188:cmLst>
</file>

<file path=ppt/comments/modernComment_258_00000102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2}" authorId="{0000000a-0000-4000-8000-000000000002}" created="2026-01-15T09:30:00.000Z">
    <pc:sldMkLst>
      <pc:docMk/>
      <pc:sldMk cId="0" sldId="258"/>
    </pc:sldMkLst>
    <p188:pos x="2000000" y="2500000"/>
    <p188:txBody>
      <a:bodyPr/>
      <a:lstStyle/>
      <a:p>
        <a:r>
          <a:rPr lang="de-DE"/>
          <a:t>Zahl belegen?</a:t>
        </a:r>
      </a:p>
    </p188:txBody>
  </p188:cm>
</p188:cmLst>
</file>

<file path=ppt/comments/modernComment_260_00000104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3}" authorId="{0000000a-0000-4000-8000-000000000003}" created="2026-01-15T09:30:00.000Z">
    <pc:sldMkLst>
      <pc:docMk/>
      <pc:sldMk cId="0" sldId="260"/>
    </pc:sldMkLst>
    <p188:txBody>
      <a:bodyPr/>
      <a:lstStyle/>
      <a:p>
        <a:r>
          <a:rPr lang="de-DE"/>
          <a:t>Bitte mit Controlling abstimmen.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000010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8_0000010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60_00000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