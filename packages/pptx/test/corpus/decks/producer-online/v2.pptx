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comments/modernComment_101_B148DE15.xml" ContentType="application/vnd.ms-powerpoint.comment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S::lena.hoffmann@contoso.de::6f1e2d3c-4b5a-4968-8776-655443322110" providerId="AD"/>
  <p188:author id="{0000000a-0000-4000-8000-000000000002}" name="Jonas Weber" initials="JW" userId="S::jonas.weber@contoso.de::0a1b2c3d-4e5f-4a6b-8c7d-8e9f0a1b2c3d" providerId="AD"/>
  <p188:author id="{0000000a-0000-4000-8000-000000000003}" name="Mira Schulz" initials="MS" userId="8f2c4e6a1b3d5f7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101_B148DE15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 status="resolved">
    <ac:deMkLst>
      <pc:docMk/>
      <pc:sldMk cId="2974342677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  <p188:reply id="{0000000c-0000-4000-8000-000000000003}" authorId="{0000000a-0000-4000-8000-000000000001}" created="2026-10-02T07:30:00.000Z">
        <p188:txBody>
          <a:bodyPr/>
          <a:lstStyle/>
          <a:p>
            <a:r>
              <a:rPr lang="de-DE"/>
              <a:t>Danke, passt so.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  <p188:cm id="{0000000c-0000-4000-8000-000000000004}" authorId="{0000000a-0000-4000-8000-000000000003}" created="2026-10-02T10:00:00.000Z">
    <pc:sldMkLst>
      <pc:docMk/>
      <pc:sldMk cId="2974342677" sldId="257"/>
    </pc:sldMkLst>
    <p188:txBody>
      <a:bodyPr/>
      <a:lstStyle/>
      <a:p>
        <a:r>
          <a:rPr lang="de-DE"/>
          <a:t>Sind die Zahlen final?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1_B148DE1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und in Agenturen gewinnen</a:t>
            </a:r>
          </a:p>
          <a:p>
            <a:r>
              <a:rPr lang="de-DE"/>
              <a:t>Onboarding unter fünf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Mira Schulz</cp:lastModifiedBy>
  <cp:revision>9</cp:revision>
  <dcterms:created xsi:type="dcterms:W3CDTF">2026-01-15T09:30:00Z</dcterms:created>
  <dcterms:modified xsi:type="dcterms:W3CDTF">2026-01-15T09:30:00Z</dcterms:modified>
</cp:coreProperties>
</file>